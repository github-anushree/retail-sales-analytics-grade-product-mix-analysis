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Retail Sales Analytics – Grade &amp; Product Mix Analysis</a:t>
            </a:r>
            <a:br>
              <a:rPr lang="en-US" dirty="0"/>
            </a:b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470025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End-to-End Data Analytics Project</a:t>
            </a:r>
          </a:p>
          <a:p>
            <a:r>
              <a:rPr dirty="0"/>
              <a:t>(SQL • Python • Power BI)</a:t>
            </a:r>
            <a:endParaRPr lang="en-IN" dirty="0"/>
          </a:p>
          <a:p>
            <a:r>
              <a:rPr lang="en-IN" dirty="0"/>
              <a:t>By- Anushree Kashyap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Retail organizations track sales across states, regions, and years.</a:t>
            </a:r>
          </a:p>
          <a:p>
            <a:r>
              <a:t>Raw data arrives in Excel with inconsistent headers and suppressed values (D).</a:t>
            </a:r>
          </a:p>
          <a:p>
            <a:r>
              <a:t>Business teams lack a single, clean source of truth for trend and performance analysis.</a:t>
            </a:r>
          </a:p>
          <a:p>
            <a:r>
              <a:t>Manual reporting makes it difficult to identify growth patterns and underperforming regions.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reliable sales analytics pipeline from raw Excel data.</a:t>
            </a:r>
          </a:p>
          <a:p>
            <a:r>
              <a:t>Clean, standardize, and transform datasets into analysis-ready format.</a:t>
            </a:r>
          </a:p>
          <a:p>
            <a:r>
              <a:t>Design a scalable star schema for reporting and BI tools.</a:t>
            </a:r>
          </a:p>
          <a:p>
            <a:r>
              <a:t>Enable KPI-driven insights for business decision-making.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Key Expectations (from Data Analyst)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 bulk data loading and cleaning using Python.</a:t>
            </a:r>
          </a:p>
          <a:p>
            <a:r>
              <a:t>Handle missing, suppressed, and inconsistent values systematically.</a:t>
            </a:r>
          </a:p>
          <a:p>
            <a:r>
              <a:t>Design fact and dimension tables using SQL.</a:t>
            </a:r>
          </a:p>
          <a:p>
            <a:r>
              <a:t>Create reusable KPI views for reporting and dashboards.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visibility into state-wise and year-wise retail sales trends.</a:t>
            </a:r>
          </a:p>
          <a:p>
            <a:r>
              <a:t>Faster and more reliable reporting using centralized SQL tables.</a:t>
            </a:r>
          </a:p>
          <a:p>
            <a:r>
              <a:t>Reduced dependency on manual Excel-based analysis.</a:t>
            </a:r>
          </a:p>
          <a:p>
            <a:r>
              <a:t>Foundation for scalable dashboards and advanced analytics.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Cleaned and validated retail sales dataset.</a:t>
            </a:r>
          </a:p>
          <a:p>
            <a:r>
              <a:t>SQL star schema (fact &amp; dimension tables).</a:t>
            </a:r>
          </a:p>
          <a:p>
            <a:r>
              <a:t>Predefined KPI views for business users.</a:t>
            </a:r>
          </a:p>
          <a:p>
            <a:r>
              <a:t>Documentation covering data cleaning, transformation, and modeling.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(Pandas, SQLAlchemy) for ETL and bulk loading.</a:t>
            </a:r>
          </a:p>
          <a:p>
            <a:r>
              <a:t>MySQL for data storage, transformations, and KPI views.</a:t>
            </a:r>
          </a:p>
          <a:p>
            <a:r>
              <a:t>Power BI for visualization and reporting.</a:t>
            </a:r>
          </a:p>
          <a:p>
            <a:r>
              <a:t>VS Code &amp; MySQL Workbench for development and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281</Words>
  <Application>Microsoft Office PowerPoint</Application>
  <PresentationFormat>On-screen Show (4:3)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Retail Sales Analytics – Grade &amp; Product Mix Analysis </vt:lpstr>
      <vt:lpstr>Business Scenario</vt:lpstr>
      <vt:lpstr>Objective</vt:lpstr>
      <vt:lpstr>Key Expectations (from Data Analyst)</vt:lpstr>
      <vt:lpstr>Business Impact</vt:lpstr>
      <vt:lpstr>Deliverables</vt:lpstr>
      <vt:lpstr>Tools &amp; Technologies Used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ANUSHREE KASHYAP</cp:lastModifiedBy>
  <cp:revision>3</cp:revision>
  <dcterms:created xsi:type="dcterms:W3CDTF">2013-01-27T09:14:16Z</dcterms:created>
  <dcterms:modified xsi:type="dcterms:W3CDTF">2026-01-27T18:05:37Z</dcterms:modified>
  <cp:category/>
</cp:coreProperties>
</file>